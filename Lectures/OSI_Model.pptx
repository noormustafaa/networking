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CCE25-CADB-4481-9133-07FF6C3906F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C6886-C5CE-40C7-9433-1A7DFE995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9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19E3A1D7-B628-4876-A2E1-C1CA9F6356D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ACAAC58D-739D-4D0B-A9A9-D21362789D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3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0" y="4824943"/>
            <a:ext cx="3048000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Noor Mustafa </a:t>
            </a:r>
            <a:r>
              <a:rPr lang="en-US" sz="2400" b="1" dirty="0" err="1" smtClean="0"/>
              <a:t>Rajpar</a:t>
            </a:r>
            <a:r>
              <a:rPr lang="en-US" sz="2400" b="1" dirty="0" smtClean="0"/>
              <a:t>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04087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708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263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155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73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77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6200"/>
            <a:ext cx="9144000" cy="693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69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057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0296" y="2344551"/>
            <a:ext cx="723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dirty="0" smtClean="0"/>
              <a:t>Thank You !</a:t>
            </a:r>
            <a:endParaRPr lang="en-US" sz="9600" b="1" i="1" dirty="0"/>
          </a:p>
        </p:txBody>
      </p:sp>
    </p:spTree>
    <p:extLst>
      <p:ext uri="{BB962C8B-B14F-4D97-AF65-F5344CB8AC3E}">
        <p14:creationId xmlns:p14="http://schemas.microsoft.com/office/powerpoint/2010/main" val="34285914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12</TotalTime>
  <Words>6</Words>
  <Application>Microsoft Office PowerPoint</Application>
  <PresentationFormat>On-screen Show (4:3)</PresentationFormat>
  <Paragraphs>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BlackTie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A.J Compute's</dc:creator>
  <cp:lastModifiedBy>A.J Compute's</cp:lastModifiedBy>
  <cp:revision>7</cp:revision>
  <dcterms:created xsi:type="dcterms:W3CDTF">2026-08-31T18:55:39Z</dcterms:created>
  <dcterms:modified xsi:type="dcterms:W3CDTF">2026-08-31T19:08:21Z</dcterms:modified>
</cp:coreProperties>
</file>